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59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106E36-FD25-4E2D-B0AA-010F637433A0}" type="datetimeFigureOut">
              <a:rPr lang="ru-RU" smtClean="0"/>
              <a:t>03.11.2006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5C68B6-61C2-468F-89AB-4B9F7531AA68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dcterms:created xsi:type="dcterms:W3CDTF">2026-05-15T10:56:42Z</dcterms:created>
</cp:coreProperties>
</file>